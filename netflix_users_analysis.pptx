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8B3F32-D2F1-4F79-B12D-CB474101A94A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260B9F-14D3-46F4-9A72-FD512855C2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4007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60B9F-14D3-46F4-9A72-FD512855C2A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2786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9DDAA-BE29-4C1C-9B67-AB3105209FF3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05E76-FA03-40B3-A0E2-DFAE814CA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5471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9DDAA-BE29-4C1C-9B67-AB3105209FF3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05E76-FA03-40B3-A0E2-DFAE814CA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3040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9DDAA-BE29-4C1C-9B67-AB3105209FF3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05E76-FA03-40B3-A0E2-DFAE814CA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9508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9DDAA-BE29-4C1C-9B67-AB3105209FF3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05E76-FA03-40B3-A0E2-DFAE814CA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2855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9DDAA-BE29-4C1C-9B67-AB3105209FF3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05E76-FA03-40B3-A0E2-DFAE814CA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6074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9DDAA-BE29-4C1C-9B67-AB3105209FF3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05E76-FA03-40B3-A0E2-DFAE814CA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8603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9DDAA-BE29-4C1C-9B67-AB3105209FF3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05E76-FA03-40B3-A0E2-DFAE814CA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6204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9DDAA-BE29-4C1C-9B67-AB3105209FF3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05E76-FA03-40B3-A0E2-DFAE814CA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8753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9DDAA-BE29-4C1C-9B67-AB3105209FF3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05E76-FA03-40B3-A0E2-DFAE814CA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0053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9DDAA-BE29-4C1C-9B67-AB3105209FF3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05E76-FA03-40B3-A0E2-DFAE814CA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8033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9DDAA-BE29-4C1C-9B67-AB3105209FF3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05E76-FA03-40B3-A0E2-DFAE814CA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0054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E9DDAA-BE29-4C1C-9B67-AB3105209FF3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05E76-FA03-40B3-A0E2-DFAE814CA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2929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4000">
                <a:schemeClr val="tx1">
                  <a:alpha val="57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5" name="Прямоугольник 4"/>
          <p:cNvSpPr/>
          <p:nvPr/>
        </p:nvSpPr>
        <p:spPr>
          <a:xfrm>
            <a:off x="283464" y="2221992"/>
            <a:ext cx="1151229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800" dirty="0" smtClean="0">
                <a:solidFill>
                  <a:schemeClr val="bg1"/>
                </a:solidFill>
              </a:rPr>
              <a:t>Исследование пользовательского сервиса</a:t>
            </a:r>
            <a:endParaRPr lang="ru-RU" sz="4800" dirty="0">
              <a:solidFill>
                <a:schemeClr val="bg1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666" y="5029200"/>
            <a:ext cx="4749196" cy="157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140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20624" y="0"/>
            <a:ext cx="11649456" cy="7132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В наборе данных содержится информация о 2500 уникальных пользователях. Пользователи начали регистрироваться с 2021-05-09, и последний зарегистрированный пользователь присоединился 2023-12-01.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94944" y="713232"/>
            <a:ext cx="10890504" cy="5852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Клиенты в возрасте от 26 до 51 года. максимальное количество клиентов (116) в возрасте 30 и 39 лет. минимальное (1) в возрасте 26 лет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599"/>
            <a:ext cx="12192000" cy="548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926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10896" y="118872"/>
            <a:ext cx="11731752" cy="4206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Клиенты распределены  по полу практически в равном отношении. Женщин чуть больше 50.3%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539496"/>
            <a:ext cx="7863840" cy="6318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864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83464" y="91440"/>
            <a:ext cx="11548872" cy="5760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Клиенты равномерно распределились с точки зрения используемых девайсов. Максимально 636 </a:t>
            </a:r>
            <a:r>
              <a:rPr lang="ru-RU" dirty="0" err="1" smtClean="0">
                <a:solidFill>
                  <a:schemeClr val="tx1"/>
                </a:solidFill>
              </a:rPr>
              <a:t>лоптопы</a:t>
            </a:r>
            <a:r>
              <a:rPr lang="ru-RU" dirty="0" smtClean="0">
                <a:solidFill>
                  <a:schemeClr val="tx1"/>
                </a:solidFill>
              </a:rPr>
              <a:t>, минимально 610 Смарт ТВ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7240"/>
            <a:ext cx="12192000" cy="608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563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93192" y="182880"/>
            <a:ext cx="11521440" cy="5120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Большинство пользователей (40%) имели базовую подписку. Наименьшее количество (29,3%) подписку премиум, что не намного меньше чем подписка стандарт (30,7%).</a:t>
            </a:r>
            <a:endParaRPr lang="ru-RU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808" y="768096"/>
            <a:ext cx="8823960" cy="608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670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83464" y="146304"/>
            <a:ext cx="11713464" cy="5943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Максимальное количество клиентов находится в Испании и США (по 451), потом идет Канада (317) и остальные страны по 183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0664"/>
            <a:ext cx="12192000" cy="6117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997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37744" y="91440"/>
            <a:ext cx="11640312" cy="8321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Максимальное количество клиентов (415) было привлечено в ноябре 2022. На втором месте август 2022. Минимальное количество (0) было в июле и августе 2021 года.</a:t>
            </a:r>
            <a:endParaRPr lang="ru-RU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3544"/>
            <a:ext cx="12192000" cy="593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207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37744" y="109728"/>
            <a:ext cx="11786616" cy="5303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mtClean="0">
                <a:solidFill>
                  <a:schemeClr val="tx1"/>
                </a:solidFill>
              </a:rPr>
              <a:t>Выручка поступала в динамике от $27 до  $355,797. Средний ежемесячный платеж $12,51</a:t>
            </a:r>
            <a:endParaRPr lang="ru-RU">
              <a:solidFill>
                <a:schemeClr val="tx1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758952"/>
            <a:ext cx="12192000" cy="609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322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618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65760" y="118872"/>
            <a:ext cx="11558016" cy="630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Максимальная доля подписки Премиум в возрастной группе 25-29 лет, что соответствует максимальной платежеспособности этой группы</a:t>
            </a:r>
            <a:endParaRPr lang="ru-RU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925" y="886968"/>
            <a:ext cx="8820150" cy="577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101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74904" y="201168"/>
            <a:ext cx="11576304" cy="5303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Базовый тариф пользуется наибольшей популярностью в США, стандартный в Великобритании, а премиум в Испании</a:t>
            </a:r>
            <a:endParaRPr lang="ru-RU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2103"/>
            <a:ext cx="12192001" cy="602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322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75488" y="320040"/>
            <a:ext cx="11274552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Выводы</a:t>
            </a:r>
            <a:endParaRPr lang="ru-RU" sz="36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042416"/>
            <a:ext cx="12192000" cy="58155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	В наборе данных содержится информация о 2500 уникальных пользователях. Пользователи начали регистрироваться с 2021-05-09, и последний зарегистрированный пользователь присоединился 2023-12-01.</a:t>
            </a:r>
          </a:p>
          <a:p>
            <a:r>
              <a: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	Клиенты в возрасте от 26 до 51 года. максимальное количество клиентов (116) в возрасте 30 и 39 лет, минимальное (1) в возрасте 26 лет</a:t>
            </a:r>
          </a:p>
          <a:p>
            <a:r>
              <a: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	Клиенты распределены  по полу практически в равном отношении. Женщин чуть больше 50.3%.</a:t>
            </a:r>
          </a:p>
          <a:p>
            <a:r>
              <a: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4.	Клиенты равномерно распределились с точки зрения используемых девайсов. Максимально 636 </a:t>
            </a:r>
            <a:r>
              <a:rPr lang="ru-RU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лоптопы</a:t>
            </a:r>
            <a:r>
              <a: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минимально 610 Смарт ТВ.</a:t>
            </a:r>
          </a:p>
          <a:p>
            <a:r>
              <a: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5.	Большинство пользователей (40%) имели базовую подписку. Наименьшее количество (29,3%) подписку премиум, что не на много меньше чем подписка стандарт (30,7%).</a:t>
            </a:r>
          </a:p>
          <a:p>
            <a:r>
              <a: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6.	Максимальное количество клиентов находится в Испании и США (по 451), потом идет Канада (317) и остальные страны по 183.</a:t>
            </a:r>
          </a:p>
          <a:p>
            <a:r>
              <a: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7.	Максимальное количество клиентов (415) было привлечено в ноябре 2022. На втором месте август 2022. Минимальное количество (0) было в июле и августе 2021 года.</a:t>
            </a:r>
          </a:p>
          <a:p>
            <a:r>
              <a: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8.	Выручка поступала в динамике от 27до355,797. Средний ежемесячный платеж $12,51.</a:t>
            </a:r>
          </a:p>
          <a:p>
            <a:r>
              <a: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9.	Клиентов разбили по возрастным группам с шагом пять лет от 25-29 до 50-55. Самая платежеспособная группа в возрасте 25-29 лет (средняя общая выручка $148, пользователей 307).</a:t>
            </a:r>
          </a:p>
          <a:p>
            <a:r>
              <a: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10.	Максимальная доля подписки Премиум в возрастной группе 25-29 лет, что соответствует максимальной платежеспособности этой группы.</a:t>
            </a:r>
          </a:p>
          <a:p>
            <a:r>
              <a: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11.	Базовый тариф пользуется наибольшей популярностью в США, стандартный в Великобритании, а премиум в Испании</a:t>
            </a:r>
          </a:p>
        </p:txBody>
      </p:sp>
    </p:spTree>
    <p:extLst>
      <p:ext uri="{BB962C8B-B14F-4D97-AF65-F5344CB8AC3E}">
        <p14:creationId xmlns:p14="http://schemas.microsoft.com/office/powerpoint/2010/main" val="1558303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4000">
                <a:schemeClr val="tx1">
                  <a:alpha val="57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5" name="Прямоугольник 4"/>
          <p:cNvSpPr/>
          <p:nvPr/>
        </p:nvSpPr>
        <p:spPr>
          <a:xfrm>
            <a:off x="3054096" y="2221992"/>
            <a:ext cx="63550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800" dirty="0" smtClean="0">
                <a:solidFill>
                  <a:schemeClr val="bg1"/>
                </a:solidFill>
              </a:rPr>
              <a:t>Спасибо за внимание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7836061" y="5046562"/>
            <a:ext cx="3383627" cy="10417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Булгаков Виктор</a:t>
            </a:r>
          </a:p>
          <a:p>
            <a:pPr algn="ctr"/>
            <a:r>
              <a:rPr lang="en-US" dirty="0" smtClean="0"/>
              <a:t>viktor7386203@gmail.com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44303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226</Words>
  <Application>Microsoft Office PowerPoint</Application>
  <PresentationFormat>Широкоэкранный</PresentationFormat>
  <Paragraphs>27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Vicktor Bulgakov</dc:creator>
  <cp:lastModifiedBy>Vicktor Bulgakov</cp:lastModifiedBy>
  <cp:revision>7</cp:revision>
  <dcterms:created xsi:type="dcterms:W3CDTF">2025-11-02T13:38:20Z</dcterms:created>
  <dcterms:modified xsi:type="dcterms:W3CDTF">2025-11-02T14:42:58Z</dcterms:modified>
</cp:coreProperties>
</file>